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317" r:id="rId5"/>
    <p:sldId id="308" r:id="rId6"/>
    <p:sldId id="278" r:id="rId7"/>
    <p:sldId id="309" r:id="rId8"/>
    <p:sldId id="263" r:id="rId9"/>
    <p:sldId id="310" r:id="rId10"/>
    <p:sldId id="311" r:id="rId11"/>
    <p:sldId id="318" r:id="rId12"/>
    <p:sldId id="319" r:id="rId13"/>
    <p:sldId id="320" r:id="rId14"/>
    <p:sldId id="321" r:id="rId15"/>
    <p:sldId id="312" r:id="rId16"/>
    <p:sldId id="316" r:id="rId17"/>
    <p:sldId id="314" r:id="rId18"/>
    <p:sldId id="315" r:id="rId19"/>
    <p:sldId id="30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5405" autoAdjust="0"/>
  </p:normalViewPr>
  <p:slideViewPr>
    <p:cSldViewPr snapToGrid="0">
      <p:cViewPr>
        <p:scale>
          <a:sx n="75" d="100"/>
          <a:sy n="75" d="100"/>
        </p:scale>
        <p:origin x="965" y="130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2/13/2026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2/13/2026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737216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740918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73663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081334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62817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108936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724997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099865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327485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555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 dirty="0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srushtinawghane868@gmail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/>
          <a:p>
            <a:r>
              <a:rPr lang="en-IN" dirty="0"/>
              <a:t>AI-Powered Interview Coach</a:t>
            </a:r>
            <a:br>
              <a:rPr lang="en-IN" dirty="0"/>
            </a:b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6F18FC-BD93-83EF-CBEF-62A77E4748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100" y="4570781"/>
            <a:ext cx="5035546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Your Name: Srushti Nawghane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latin typeface="Arial" panose="020B0604020202020204" pitchFamily="34" charset="0"/>
              </a:rPr>
              <a:t>              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Subject / Project Title:</a:t>
            </a:r>
            <a:r>
              <a:rPr lang="en-IN" b="1" dirty="0"/>
              <a:t>AI-Powered Interview Coach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Guide Name: Mr. Praveen Kumar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Date:13/02/2026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Email: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srushtinawghane868@gmail.com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3EE45-3924-5A20-4FDE-7EA6BBEBD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63" y="245807"/>
            <a:ext cx="4601497" cy="934065"/>
          </a:xfrm>
        </p:spPr>
        <p:txBody>
          <a:bodyPr/>
          <a:lstStyle/>
          <a:p>
            <a:r>
              <a:rPr lang="en-IN" dirty="0"/>
              <a:t>Introduction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AA2C5B-7DE5-8173-6869-30405ABEB4F3}"/>
              </a:ext>
            </a:extLst>
          </p:cNvPr>
          <p:cNvSpPr txBox="1"/>
          <p:nvPr/>
        </p:nvSpPr>
        <p:spPr>
          <a:xfrm>
            <a:off x="1604407" y="1504336"/>
            <a:ext cx="8168857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What is AI-Powered Interview Coach?</a:t>
            </a:r>
          </a:p>
          <a:p>
            <a:pPr>
              <a:buNone/>
            </a:pPr>
            <a:r>
              <a:rPr lang="en-US" sz="2800" dirty="0"/>
              <a:t>AI-Powered Interview Coach is a web-based platform that: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Analyzes user resumes using AI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Identifies skill levels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Generates domain-based mock interview questions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Tracks performance and improvement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Provides structured feedback</a:t>
            </a:r>
          </a:p>
          <a:p>
            <a:pPr>
              <a:buNone/>
            </a:pPr>
            <a:r>
              <a:rPr lang="en-US" sz="2800" dirty="0"/>
              <a:t>It acts as a </a:t>
            </a:r>
            <a:r>
              <a:rPr lang="en-US" sz="2800" b="1" dirty="0"/>
              <a:t>personalized AI interviewer</a:t>
            </a:r>
            <a:r>
              <a:rPr lang="en-US" sz="2800" dirty="0"/>
              <a:t> for job preparation.</a:t>
            </a:r>
          </a:p>
        </p:txBody>
      </p:sp>
    </p:spTree>
    <p:extLst>
      <p:ext uri="{BB962C8B-B14F-4D97-AF65-F5344CB8AC3E}">
        <p14:creationId xmlns:p14="http://schemas.microsoft.com/office/powerpoint/2010/main" val="2222324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1377AF6-2477-81EC-D1BC-43FD72DF1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5721" y="409415"/>
            <a:ext cx="4290189" cy="973394"/>
          </a:xfrm>
        </p:spPr>
        <p:txBody>
          <a:bodyPr anchor="b"/>
          <a:lstStyle/>
          <a:p>
            <a:r>
              <a:rPr lang="en-IN" dirty="0"/>
              <a:t>Problem Statement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00EBDF4-3413-FCF9-2E25-9A254A61F23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351279" y="1382809"/>
            <a:ext cx="8431817" cy="5351062"/>
          </a:xfrm>
        </p:spPr>
        <p:txBody>
          <a:bodyPr/>
          <a:lstStyle/>
          <a:p>
            <a:r>
              <a:rPr lang="en-US" b="1" dirty="0"/>
              <a:t>Problem</a:t>
            </a:r>
          </a:p>
          <a:p>
            <a:r>
              <a:rPr lang="en-US" dirty="0"/>
              <a:t>Many students and job seekers:</a:t>
            </a:r>
          </a:p>
          <a:p>
            <a:r>
              <a:rPr lang="en-US" dirty="0"/>
              <a:t>Don’t know how good their resume actually is</a:t>
            </a:r>
          </a:p>
          <a:p>
            <a:r>
              <a:rPr lang="en-US" dirty="0"/>
              <a:t>Lack personalized interview practice</a:t>
            </a:r>
          </a:p>
          <a:p>
            <a:r>
              <a:rPr lang="en-US" dirty="0"/>
              <a:t>Practice generic questions (not resume-based)</a:t>
            </a:r>
          </a:p>
          <a:p>
            <a:r>
              <a:rPr lang="en-US" dirty="0"/>
              <a:t>Don’t track performance progress</a:t>
            </a:r>
          </a:p>
          <a:p>
            <a:r>
              <a:rPr lang="en-US" dirty="0"/>
              <a:t>Feel underprepared for real interviews</a:t>
            </a:r>
          </a:p>
          <a:p>
            <a:r>
              <a:rPr lang="en-US" dirty="0"/>
              <a:t>There is no intelligent system that:</a:t>
            </a:r>
          </a:p>
          <a:p>
            <a:r>
              <a:rPr lang="en-US" dirty="0"/>
              <a:t>Reads their resume</a:t>
            </a:r>
          </a:p>
          <a:p>
            <a:r>
              <a:rPr lang="en-US" dirty="0"/>
              <a:t>Understands their skills</a:t>
            </a:r>
          </a:p>
          <a:p>
            <a:r>
              <a:rPr lang="en-US" dirty="0"/>
              <a:t>Asks personalized questions</a:t>
            </a:r>
          </a:p>
          <a:p>
            <a:r>
              <a:rPr lang="en-US" dirty="0"/>
              <a:t>Tracks improvement over time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0000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A7BE12AD-D808-BDE0-3EB8-5BC50B1D8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what is the </a:t>
            </a:r>
            <a:r>
              <a:rPr lang="en-IN" dirty="0"/>
              <a:t>Solution: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CFDA37B-399A-B9F0-7A7D-2A891EB7FFA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6512560" cy="4148328"/>
          </a:xfrm>
        </p:spPr>
        <p:txBody>
          <a:bodyPr>
            <a:normAutofit/>
          </a:bodyPr>
          <a:lstStyle/>
          <a:p>
            <a:r>
              <a:rPr lang="en-US" b="1" dirty="0"/>
              <a:t>Our Solution</a:t>
            </a:r>
          </a:p>
          <a:p>
            <a:r>
              <a:rPr lang="en-US" dirty="0"/>
              <a:t>I developed a system that:</a:t>
            </a:r>
          </a:p>
          <a:p>
            <a:r>
              <a:rPr lang="en-US" dirty="0"/>
              <a:t>Allows users to upload resume (PDF/DOCX)</a:t>
            </a:r>
          </a:p>
          <a:p>
            <a:r>
              <a:rPr lang="en-US" dirty="0"/>
              <a:t>Extracts text from resume</a:t>
            </a:r>
          </a:p>
          <a:p>
            <a:r>
              <a:rPr lang="en-US" dirty="0"/>
              <a:t>Uses AI to:</a:t>
            </a:r>
          </a:p>
          <a:p>
            <a:pPr lvl="1"/>
            <a:r>
              <a:rPr lang="en-US" dirty="0"/>
              <a:t>Analyze skill level</a:t>
            </a:r>
          </a:p>
          <a:p>
            <a:pPr lvl="1"/>
            <a:r>
              <a:rPr lang="en-US" dirty="0"/>
              <a:t>Evaluate readiness</a:t>
            </a:r>
          </a:p>
          <a:p>
            <a:pPr lvl="1"/>
            <a:r>
              <a:rPr lang="en-US" dirty="0"/>
              <a:t>Generate improvement roadmap</a:t>
            </a:r>
          </a:p>
          <a:p>
            <a:r>
              <a:rPr lang="en-US" dirty="0"/>
              <a:t>Conducts mock interview based strictly on resume skills</a:t>
            </a:r>
          </a:p>
          <a:p>
            <a:r>
              <a:rPr lang="en-US" dirty="0"/>
              <a:t>Tracks performance and analytics</a:t>
            </a:r>
          </a:p>
          <a:p>
            <a:r>
              <a:rPr lang="en-US" dirty="0"/>
              <a:t>Displays progress dashboard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CD348E-9357-0442-4555-AF6B4AFE3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6913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2A3D95EF-8A67-7F71-37EF-9EB02511B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1114" y="156844"/>
            <a:ext cx="8968232" cy="726059"/>
          </a:xfrm>
        </p:spPr>
        <p:txBody>
          <a:bodyPr anchor="b"/>
          <a:lstStyle/>
          <a:p>
            <a:r>
              <a:rPr lang="en-IN" dirty="0"/>
              <a:t>System Architecture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7846849-DC0A-EE3B-2E5E-D669EC1273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1760" y="882903"/>
            <a:ext cx="12080240" cy="2644775"/>
          </a:xfrm>
        </p:spPr>
        <p:txBody>
          <a:bodyPr>
            <a:normAutofit lnSpcReduction="10000"/>
          </a:bodyPr>
          <a:lstStyle/>
          <a:p>
            <a:r>
              <a:rPr lang="en-IN" dirty="0"/>
              <a:t>User → Frontend → Backend → AI Model → Database → Dashboard</a:t>
            </a:r>
          </a:p>
          <a:p>
            <a:endParaRPr lang="en-IN" dirty="0"/>
          </a:p>
          <a:p>
            <a:r>
              <a:rPr lang="en-IN" dirty="0"/>
              <a:t>Frontend: HTML, CSS, JavaScript</a:t>
            </a:r>
          </a:p>
          <a:p>
            <a:r>
              <a:rPr lang="en-IN" dirty="0"/>
              <a:t>Backend: Node.js, Express</a:t>
            </a:r>
          </a:p>
          <a:p>
            <a:r>
              <a:rPr lang="en-IN" dirty="0"/>
              <a:t>Database: MongoDB</a:t>
            </a:r>
          </a:p>
          <a:p>
            <a:r>
              <a:rPr lang="en-IN" dirty="0"/>
              <a:t>AI Model: Gemini / AI API</a:t>
            </a:r>
          </a:p>
          <a:p>
            <a:r>
              <a:rPr lang="en-IN" dirty="0"/>
              <a:t>Resume Parsing: pdf-parse / mammoth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B49E46-9E3A-E4A1-C3D3-3436EA720448}"/>
              </a:ext>
            </a:extLst>
          </p:cNvPr>
          <p:cNvSpPr txBox="1"/>
          <p:nvPr/>
        </p:nvSpPr>
        <p:spPr>
          <a:xfrm>
            <a:off x="4612640" y="3429000"/>
            <a:ext cx="289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Technologies Used: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E6DD79-C29D-10BC-E9D4-3166B4C77AE4}"/>
              </a:ext>
            </a:extLst>
          </p:cNvPr>
          <p:cNvSpPr txBox="1"/>
          <p:nvPr/>
        </p:nvSpPr>
        <p:spPr>
          <a:xfrm>
            <a:off x="4439920" y="4115833"/>
            <a:ext cx="484632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Tech Stack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Frontend: HTML, CSS, JavaScript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Backend: Node.js, Express.js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Database: MongoDB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AI Integration: Gemini / AI API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Resume Parsing: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pdf-parse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mammoth (DOCX)</a:t>
            </a:r>
          </a:p>
        </p:txBody>
      </p:sp>
    </p:spTree>
    <p:extLst>
      <p:ext uri="{BB962C8B-B14F-4D97-AF65-F5344CB8AC3E}">
        <p14:creationId xmlns:p14="http://schemas.microsoft.com/office/powerpoint/2010/main" val="1096717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49404F1-8E94-7D3D-71E2-A1A4B7CBC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-312420"/>
            <a:ext cx="2661920" cy="914400"/>
          </a:xfrm>
        </p:spPr>
        <p:txBody>
          <a:bodyPr/>
          <a:lstStyle/>
          <a:p>
            <a:r>
              <a:rPr lang="en-IN" dirty="0"/>
              <a:t>Features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4A3718F-D67C-255A-4B64-BA379609FCD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1170432"/>
            <a:ext cx="4576953" cy="3877055"/>
          </a:xfrm>
        </p:spPr>
        <p:txBody>
          <a:bodyPr/>
          <a:lstStyle/>
          <a:p>
            <a:r>
              <a:rPr lang="en-IN" b="1" dirty="0"/>
              <a:t>Key Features</a:t>
            </a:r>
          </a:p>
          <a:p>
            <a:r>
              <a:rPr lang="en-IN" dirty="0"/>
              <a:t>Resume Upload &amp; Validation</a:t>
            </a:r>
          </a:p>
          <a:p>
            <a:r>
              <a:rPr lang="en-IN" dirty="0"/>
              <a:t>AI-Based Resume Analysis</a:t>
            </a:r>
          </a:p>
          <a:p>
            <a:r>
              <a:rPr lang="en-IN" dirty="0"/>
              <a:t>Skill Extraction</a:t>
            </a:r>
          </a:p>
          <a:p>
            <a:r>
              <a:rPr lang="en-IN" dirty="0"/>
              <a:t>Level Detection (Beginner / Intermediate / Advanced)</a:t>
            </a:r>
          </a:p>
          <a:p>
            <a:r>
              <a:rPr lang="en-IN" dirty="0"/>
              <a:t>Mock Interview Generator</a:t>
            </a:r>
          </a:p>
          <a:p>
            <a:r>
              <a:rPr lang="en-IN" dirty="0"/>
              <a:t>Performance Tracking Dashboard</a:t>
            </a:r>
          </a:p>
          <a:p>
            <a:r>
              <a:rPr lang="en-IN" dirty="0"/>
              <a:t>Skill Distribution Analytics</a:t>
            </a:r>
          </a:p>
          <a:p>
            <a:r>
              <a:rPr lang="en-IN" dirty="0"/>
              <a:t>Smart Fallback System</a:t>
            </a:r>
          </a:p>
          <a:p>
            <a:endParaRPr lang="en-US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2F3CEF66-C6D7-C765-24E7-1DCFB38FE51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014721" y="1170431"/>
            <a:ext cx="5041898" cy="5687569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IN" sz="1400" b="1" dirty="0"/>
              <a:t>Technical Challenges Faced</a:t>
            </a:r>
          </a:p>
          <a:p>
            <a:pPr>
              <a:buFont typeface="+mj-lt"/>
              <a:buAutoNum type="arabicPeriod"/>
            </a:pPr>
            <a:r>
              <a:rPr lang="en-IN" sz="1400" dirty="0"/>
              <a:t>Resume Parsing Errors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1400" dirty="0"/>
              <a:t>PDF extraction failures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1400" dirty="0"/>
              <a:t>DOCX formatting issues</a:t>
            </a:r>
          </a:p>
          <a:p>
            <a:pPr>
              <a:buFont typeface="+mj-lt"/>
              <a:buAutoNum type="arabicPeriod"/>
            </a:pPr>
            <a:r>
              <a:rPr lang="en-IN" sz="1400" dirty="0"/>
              <a:t>AI Model Integration Issues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1400" dirty="0"/>
              <a:t>Gemini model 404 errors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1400" dirty="0"/>
              <a:t>API quota limitations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1400" dirty="0"/>
              <a:t>Wrong API version</a:t>
            </a:r>
          </a:p>
          <a:p>
            <a:pPr>
              <a:buFont typeface="+mj-lt"/>
              <a:buAutoNum type="arabicPeriod"/>
            </a:pPr>
            <a:r>
              <a:rPr lang="en-IN" sz="1400" dirty="0"/>
              <a:t>Handling Undefined Data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1400" dirty="0"/>
              <a:t>Frontend crashing due to missing fields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1400" dirty="0"/>
              <a:t>for Each undefined error</a:t>
            </a:r>
          </a:p>
          <a:p>
            <a:pPr>
              <a:buFont typeface="+mj-lt"/>
              <a:buAutoNum type="arabicPeriod"/>
            </a:pPr>
            <a:r>
              <a:rPr lang="en-IN" sz="1400" dirty="0"/>
              <a:t>Dynamic Graph Instability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1400" dirty="0"/>
              <a:t>Auto-scaling issues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1400" dirty="0"/>
              <a:t>Animation glitches</a:t>
            </a:r>
          </a:p>
          <a:p>
            <a:pPr>
              <a:buFont typeface="+mj-lt"/>
              <a:buAutoNum type="arabicPeriod"/>
            </a:pPr>
            <a:r>
              <a:rPr lang="en-IN" sz="1400" dirty="0"/>
              <a:t>Backend–Frontend Integration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1400" dirty="0"/>
              <a:t>Port mismatch (3000 vs 8080)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1400" dirty="0"/>
              <a:t>Static file serving issues</a:t>
            </a:r>
          </a:p>
          <a:p>
            <a:pPr>
              <a:buFont typeface="+mj-lt"/>
              <a:buAutoNum type="arabicPeriod"/>
            </a:pPr>
            <a:r>
              <a:rPr lang="en-IN" sz="1400" dirty="0"/>
              <a:t>Smart Fallback Mode :Ensuring structured JSON even when AI fails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5BAC3D-60A1-816B-5C79-2E8B6D9806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7365E9-00E8-E1FA-1535-BD719DFF5BBA}"/>
              </a:ext>
            </a:extLst>
          </p:cNvPr>
          <p:cNvSpPr txBox="1"/>
          <p:nvPr/>
        </p:nvSpPr>
        <p:spPr>
          <a:xfrm>
            <a:off x="6177280" y="123693"/>
            <a:ext cx="432816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Challenges Faced During Development</a:t>
            </a:r>
          </a:p>
        </p:txBody>
      </p:sp>
    </p:spTree>
    <p:extLst>
      <p:ext uri="{BB962C8B-B14F-4D97-AF65-F5344CB8AC3E}">
        <p14:creationId xmlns:p14="http://schemas.microsoft.com/office/powerpoint/2010/main" val="4230106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7A49C0DA-C8AE-5ECC-149A-D60ECFF8C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213360"/>
            <a:ext cx="10360152" cy="914400"/>
          </a:xfrm>
        </p:spPr>
        <p:txBody>
          <a:bodyPr/>
          <a:lstStyle/>
          <a:p>
            <a:r>
              <a:rPr lang="en-IN" dirty="0"/>
              <a:t>Registration Page: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012FDC-7484-2B3B-E496-144348256B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E004554-CBC8-300F-2580-645BDA05DF89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>
            <a:fillRect/>
          </a:stretch>
        </p:blipFill>
        <p:spPr>
          <a:xfrm>
            <a:off x="914399" y="1443700"/>
            <a:ext cx="10155327" cy="4855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3489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0165649-DEB4-6BE5-17DF-93958D974E6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14400" y="1614108"/>
            <a:ext cx="9956800" cy="471364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8DCE71-86F4-D000-5E31-5CBB0298B9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80E8BB1-7FB3-BD2F-FC57-4F7CE08F7A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971490"/>
            <a:ext cx="2241319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Login Page: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58642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EC81E-B47D-5880-0BFF-DB46904FD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7CD6DA-80AF-0E36-940E-26ABF5CA8B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F22D0E7-D1DE-5FE1-FC3D-07A4691CAF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971490"/>
            <a:ext cx="3359189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IN" sz="2800" b="1" dirty="0"/>
              <a:t>Dashboard Analytics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249F7E3-8BB2-6603-C618-EEEDBA29DEE5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14400" y="1531843"/>
            <a:ext cx="9753600" cy="4652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58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4520F-1FDC-08AA-F3E0-66172FBDC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7D3C02-F05C-004C-1DFF-A1D57CE632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7114A11-9D3D-D142-0230-F631FF8631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971490"/>
            <a:ext cx="3820085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IN" sz="2800" dirty="0"/>
              <a:t>Resume Upload Page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41E124C-5A19-A744-C65A-BFE6C6FDCCE9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14400" y="1575966"/>
            <a:ext cx="9966960" cy="472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1105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3E5E6-B527-310E-B800-078648342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EB354D-0F42-81EF-C7FA-27A3B18096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A4F7975-2A22-3D6A-05AB-7B9CFE5A9B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971490"/>
            <a:ext cx="4400115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IN" sz="2800" dirty="0"/>
              <a:t>Mock Interview Section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2E865-4610-65D0-3F57-246152572A4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FFBAF0-27F1-C912-33A5-EF3097D03D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99" y="1638885"/>
            <a:ext cx="9926322" cy="4688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8024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044F7-BD97-2FDE-4E33-A565BCF0E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Working Flow: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97F60-88E2-C430-D52B-6604405AD55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/>
          <a:lstStyle/>
          <a:p>
            <a:r>
              <a:rPr lang="en-US" b="1" dirty="0"/>
              <a:t>How It Works</a:t>
            </a:r>
          </a:p>
          <a:p>
            <a:r>
              <a:rPr lang="en-US" dirty="0"/>
              <a:t>User uploads resume</a:t>
            </a:r>
          </a:p>
          <a:p>
            <a:r>
              <a:rPr lang="en-US" dirty="0"/>
              <a:t>Backend extracts text</a:t>
            </a:r>
          </a:p>
          <a:p>
            <a:r>
              <a:rPr lang="en-US" dirty="0"/>
              <a:t>AI analyzes skills</a:t>
            </a:r>
          </a:p>
          <a:p>
            <a:r>
              <a:rPr lang="en-US" dirty="0"/>
              <a:t>Structured response generated</a:t>
            </a:r>
          </a:p>
          <a:p>
            <a:r>
              <a:rPr lang="en-US" dirty="0"/>
              <a:t>Questions generated based on skills</a:t>
            </a:r>
          </a:p>
          <a:p>
            <a:r>
              <a:rPr lang="en-US" dirty="0"/>
              <a:t>User answers</a:t>
            </a:r>
          </a:p>
          <a:p>
            <a:r>
              <a:rPr lang="en-US" dirty="0"/>
              <a:t>AI evaluates performance</a:t>
            </a:r>
          </a:p>
          <a:p>
            <a:r>
              <a:rPr lang="en-US" dirty="0"/>
              <a:t>Dashboard updates automatically</a:t>
            </a:r>
          </a:p>
        </p:txBody>
      </p:sp>
      <p:pic>
        <p:nvPicPr>
          <p:cNvPr id="15" name="Picture Placeholder 14" descr="A person in an apron holding a computer">
            <a:extLst>
              <a:ext uri="{FF2B5EF4-FFF2-40B4-BE49-F238E27FC236}">
                <a16:creationId xmlns:a16="http://schemas.microsoft.com/office/drawing/2014/main" id="{48869757-F643-C013-26AA-3DDE9508009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331" r="331"/>
          <a:stretch/>
        </p:blipFill>
        <p:spPr>
          <a:xfrm>
            <a:off x="7623125" y="-20757"/>
            <a:ext cx="4589511" cy="6555026"/>
          </a:xfrm>
        </p:spPr>
      </p:pic>
    </p:spTree>
    <p:extLst>
      <p:ext uri="{BB962C8B-B14F-4D97-AF65-F5344CB8AC3E}">
        <p14:creationId xmlns:p14="http://schemas.microsoft.com/office/powerpoint/2010/main" val="8599098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96E3FD31-D19A-BFEB-821F-C00103830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</a:t>
            </a:r>
            <a:endParaRPr lang="en-US" dirty="0"/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D3F53A55-1F2B-EB7F-3E43-C43170D77989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689597560"/>
              </p:ext>
            </p:extLst>
          </p:nvPr>
        </p:nvGraphicFramePr>
        <p:xfrm>
          <a:off x="5984240" y="2537698"/>
          <a:ext cx="3870960" cy="22250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3870960">
                  <a:extLst>
                    <a:ext uri="{9D8B030D-6E8A-4147-A177-3AD203B41FA5}">
                      <a16:colId xmlns:a16="http://schemas.microsoft.com/office/drawing/2014/main" val="1689330750"/>
                    </a:ext>
                  </a:extLst>
                </a:gridCol>
              </a:tblGrid>
              <a:tr h="665453"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§"/>
                      </a:pPr>
                      <a:r>
                        <a:rPr lang="en-US" sz="2000" dirty="0"/>
                        <a:t>Dependent on AI API availability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Requires internet connection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Resume parsing may fail for scanned PDFs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Performance depends on AI model accuracy</a:t>
                      </a:r>
                    </a:p>
                    <a:p>
                      <a:endParaRPr lang="en-US" sz="2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9928716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576313-F1C8-57CB-82F6-54BC07D3B9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8FE8CAC-192D-62D2-381F-50F8729F417A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 bwMode="auto">
          <a:xfrm>
            <a:off x="223520" y="2560613"/>
            <a:ext cx="494792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Personalized interview preparation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Resume-based question generation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 tracking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analytics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AI-driven insights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User-specific skill evaluation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868790-E270-8BA4-2852-E28D9939EF0E}"/>
              </a:ext>
            </a:extLst>
          </p:cNvPr>
          <p:cNvSpPr txBox="1"/>
          <p:nvPr/>
        </p:nvSpPr>
        <p:spPr>
          <a:xfrm>
            <a:off x="6482080" y="1244025"/>
            <a:ext cx="21945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Limitations</a:t>
            </a:r>
          </a:p>
        </p:txBody>
      </p:sp>
    </p:spTree>
    <p:extLst>
      <p:ext uri="{BB962C8B-B14F-4D97-AF65-F5344CB8AC3E}">
        <p14:creationId xmlns:p14="http://schemas.microsoft.com/office/powerpoint/2010/main" val="5378095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B33A77B-664F-FFD3-D61A-0D344C269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Enhancements: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B0F3C-5228-C9FB-1212-1D4894C80B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/>
          <a:p>
            <a:r>
              <a:rPr lang="en-IN" dirty="0"/>
              <a:t>Video-based AI interview</a:t>
            </a:r>
          </a:p>
          <a:p>
            <a:r>
              <a:rPr lang="en-IN" dirty="0"/>
              <a:t>Voice evaluation</a:t>
            </a:r>
          </a:p>
          <a:p>
            <a:r>
              <a:rPr lang="en-IN" dirty="0"/>
              <a:t>Emotion detection</a:t>
            </a:r>
          </a:p>
          <a:p>
            <a:r>
              <a:rPr lang="en-IN" dirty="0"/>
              <a:t>Company-specific question sets</a:t>
            </a:r>
          </a:p>
          <a:p>
            <a:r>
              <a:rPr lang="en-IN" dirty="0"/>
              <a:t>ATS score evaluation</a:t>
            </a:r>
          </a:p>
          <a:p>
            <a:r>
              <a:rPr lang="en-IN" dirty="0"/>
              <a:t>AI career roadmap planning</a:t>
            </a:r>
          </a:p>
          <a:p>
            <a:r>
              <a:rPr lang="en-IN" dirty="0"/>
              <a:t>Cloud deployment</a:t>
            </a:r>
          </a:p>
          <a:p>
            <a:r>
              <a:rPr lang="en-IN" dirty="0"/>
              <a:t>Mobile app version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9500A-4B75-29F9-CE37-C3E13D6A56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21475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4E4F88F8-17E5-45E3-77B1-77FACD99F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/>
          <a:lstStyle/>
          <a:p>
            <a:r>
              <a:rPr lang="en-IN" dirty="0"/>
              <a:t>Conclusion: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2469ED-926E-7CEE-5AF2-BF9AC726D0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473AF8-C6E3-315A-84EF-E0976A893EC0}"/>
              </a:ext>
            </a:extLst>
          </p:cNvPr>
          <p:cNvSpPr txBox="1"/>
          <p:nvPr/>
        </p:nvSpPr>
        <p:spPr>
          <a:xfrm>
            <a:off x="822960" y="2052380"/>
            <a:ext cx="842264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The AI-Powered Interview Coach successfully: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Automates resume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Personalizes interview preparation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Tracks performance growth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Simulates real interview environment</a:t>
            </a:r>
          </a:p>
          <a:p>
            <a:pPr>
              <a:buNone/>
            </a:pPr>
            <a:r>
              <a:rPr lang="en-US" sz="2400" dirty="0"/>
              <a:t>It bridges the gap between preparation and real-world interviews.</a:t>
            </a:r>
          </a:p>
          <a:p>
            <a:pPr>
              <a:buNone/>
            </a:pPr>
            <a:r>
              <a:rPr lang="en-US" sz="2400" dirty="0"/>
              <a:t>This project demonstrates practical integration of: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Web Development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Database Systems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Analytics</a:t>
            </a:r>
          </a:p>
        </p:txBody>
      </p:sp>
    </p:spTree>
    <p:extLst>
      <p:ext uri="{BB962C8B-B14F-4D97-AF65-F5344CB8AC3E}">
        <p14:creationId xmlns:p14="http://schemas.microsoft.com/office/powerpoint/2010/main" val="30649961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5DC0028-4150-0F89-E59C-F563C67F6C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18882850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{67260FEC-D9F3-43DF-ADE7-54EDEA4BD753}tf11964407_win32</Template>
  <TotalTime>276</TotalTime>
  <Words>566</Words>
  <Application>Microsoft Office PowerPoint</Application>
  <PresentationFormat>Widescreen</PresentationFormat>
  <Paragraphs>156</Paragraphs>
  <Slides>16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Courier New</vt:lpstr>
      <vt:lpstr>Gill Sans Nova Light</vt:lpstr>
      <vt:lpstr>Sagona Book</vt:lpstr>
      <vt:lpstr>Wingdings</vt:lpstr>
      <vt:lpstr>Custom</vt:lpstr>
      <vt:lpstr>AI-Powered Interview Coach </vt:lpstr>
      <vt:lpstr>Introduction</vt:lpstr>
      <vt:lpstr>Problem Statement</vt:lpstr>
      <vt:lpstr>So what is the Solution:</vt:lpstr>
      <vt:lpstr>System Architecture</vt:lpstr>
      <vt:lpstr>Features</vt:lpstr>
      <vt:lpstr>Registration Page:</vt:lpstr>
      <vt:lpstr>Login Page: </vt:lpstr>
      <vt:lpstr>Dashboard Analytics: </vt:lpstr>
      <vt:lpstr>Resume Upload Page: </vt:lpstr>
      <vt:lpstr>Mock Interview Section: </vt:lpstr>
      <vt:lpstr>Working Flow:</vt:lpstr>
      <vt:lpstr>Advantages</vt:lpstr>
      <vt:lpstr>Future Enhancements:</vt:lpstr>
      <vt:lpstr>Conclusion: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srushtinawghane868@outlook.com</dc:creator>
  <cp:lastModifiedBy>srushtinawghane868@outlook.com</cp:lastModifiedBy>
  <cp:revision>2</cp:revision>
  <dcterms:created xsi:type="dcterms:W3CDTF">2026-02-13T12:27:25Z</dcterms:created>
  <dcterms:modified xsi:type="dcterms:W3CDTF">2026-02-13T17:03:37Z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